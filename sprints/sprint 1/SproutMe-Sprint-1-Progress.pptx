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ublic Sans Bold" charset="1" panose="00000000000000000000"/>
      <p:regular r:id="rId21"/>
    </p:embeddedFont>
    <p:embeddedFont>
      <p:font typeface="Playfair Display" charset="1" panose="00000500000000000000"/>
      <p:regular r:id="rId22"/>
    </p:embeddedFont>
    <p:embeddedFont>
      <p:font typeface="Public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425500" y="763249"/>
            <a:ext cx="2444405" cy="2444405"/>
          </a:xfrm>
          <a:custGeom>
            <a:avLst/>
            <a:gdLst/>
            <a:ahLst/>
            <a:cxnLst/>
            <a:rect r="r" b="b" t="t" l="l"/>
            <a:pathLst>
              <a:path h="2444405" w="2444405">
                <a:moveTo>
                  <a:pt x="0" y="0"/>
                </a:moveTo>
                <a:lnTo>
                  <a:pt x="2444406" y="0"/>
                </a:lnTo>
                <a:lnTo>
                  <a:pt x="2444406" y="2444406"/>
                </a:lnTo>
                <a:lnTo>
                  <a:pt x="0" y="2444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82" y="4728792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SPROUTME CAPSTONE PROGRESS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Sprint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407" y="8067675"/>
            <a:ext cx="7862435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Seth Aguilar · Warren Christian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Quinnlan McCarthy · Itay Shemesh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October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2038350"/>
            <a:ext cx="13811250" cy="493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NDA disclosure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 can show the product UI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 summarize our work.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 cannot share private code</a:t>
            </a:r>
          </a:p>
          <a:p>
            <a:pPr algn="l">
              <a:lnSpc>
                <a:spcPts val="7865"/>
              </a:lnSpc>
            </a:pPr>
            <a:r>
              <a:rPr lang="en-US" sz="6050" spc="3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 internal documentation.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ONBOARDING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SproutMe was already in development when we joined.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We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learned how its app, API, a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nd datab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ase fit together.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Development setup requires us to run local scaffolding of the product stack.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SPRINT OBJECTIVES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Onboard into SproutMe’s existing platform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Deliver assigned Jira items through team review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Improv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 onboarding, navigation,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and UI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REQUIREMENTS GATHERING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Regular standups with the client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Team reports progress and receives new work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Client helps onboard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us to the platform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Jira ite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and designs refine requirements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WE TRACKED WORK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21 Jira items were assigned in this reporting window across the entire group.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Progress with current work determines what is assigned next.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8893" y="2069721"/>
            <a:ext cx="12990214" cy="7964625"/>
          </a:xfrm>
          <a:custGeom>
            <a:avLst/>
            <a:gdLst/>
            <a:ahLst/>
            <a:cxnLst/>
            <a:rect r="r" b="b" t="t" l="l"/>
            <a:pathLst>
              <a:path h="7964625" w="12990214">
                <a:moveTo>
                  <a:pt x="0" y="0"/>
                </a:moveTo>
                <a:lnTo>
                  <a:pt x="12990214" y="0"/>
                </a:lnTo>
                <a:lnTo>
                  <a:pt x="12990214" y="7964625"/>
                </a:lnTo>
                <a:lnTo>
                  <a:pt x="0" y="7964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9394" y="981075"/>
            <a:ext cx="1713607" cy="4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2986" spc="14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Jira 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OVERALL FEATURES WORKED ON THIS SPRINT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Team invite system for users who work in large marketing teams.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Connecting to external services like Slack.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Good UI experience.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Account connection widget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SETH AGUILAR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7877184" cy="518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Assigned work: agency and business onboarding.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Improved Add Team, team table, and business editing.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Navigation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tasks cover business switching and branding.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Status: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2 done; other work is active, testing, or queued.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Next: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finish the wider self-serve onboarding journey.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WARREN CHRISTIAN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455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Mainly UI changes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Removed an dropdown option from the profile menu.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Built loading visuals; stability fixes remain under review.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Server-rendered report downloads are in progress.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QUINNLAN MCCARTHY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323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Slack connection work is in revision; Shopify is active.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Google account picker and account hierarchy are queued.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ITAY SHEMESH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323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Assigned work: website skill trial and related pages.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Jira marks the skill-trial parent item Done.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 author detail page is in progress.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 Connect Account widget is queued.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RESPONSIBLE AI USE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455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GenAI used extensively during development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Each change verified in the local environment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Pull requests receive human review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CI/CD and AI reviewer agents add checks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Merges require the team to resolve findings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ACHIEVEMENTS &amp; CHALLENGES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455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Each member is assigned their own work and are siloed.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Challenge: onboarding within an existing platform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Challenge: private code limititations for class assignments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DEMO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990680" y="8630746"/>
            <a:ext cx="1682491" cy="3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DAHXvmU2mHM</dc:identifier>
  <dcterms:modified xsi:type="dcterms:W3CDTF">2011-08-01T06:04:30Z</dcterms:modified>
  <cp:revision>1</cp:revision>
  <dc:title>SproutMe | Sprint 1 Progress</dc:title>
</cp:coreProperties>
</file>